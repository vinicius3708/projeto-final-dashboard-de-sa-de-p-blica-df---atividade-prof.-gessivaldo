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Dashboard de Análise de Atendimentos de Saúde Pública do 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Projeto Final – ADS-5</a:t>
            </a:r>
          </a:p>
          <a:p>
            <a:r>
              <a:t>Análise de Dados com Python e SQL Server</a:t>
            </a:r>
          </a:p>
          <a:p/>
          <a:p>
            <a:r>
              <a:t>Equipe 02</a:t>
            </a:r>
          </a:p>
          <a:p>
            <a:r>
              <a:t>Carlos Patrício | Leandro Lopes | Guilherme Wesley | Renato Barros | Vinícius Lucena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Contexto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Os dados públicos de saúde do DF possuem grande volume e baixa legibilidade quando analisados diretamente em arquivos CSV.</a:t>
            </a:r>
          </a:p>
          <a:p/>
          <a:p>
            <a:r>
              <a:t>Objetivo: transformar dados brutos em indicadores visuais para apoiar análises e decisões.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Arquitetura da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Portal de Dados Abertos → CSV → SQL Server → SQLAlchemy → Python/Pandas → Streamlit →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Modelagem e Armazenamento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Importação dos arquivos CSV</a:t>
            </a:r>
          </a:p>
          <a:p>
            <a:r>
              <a:t>• Estruturação do banco SQL Server</a:t>
            </a:r>
          </a:p>
          <a:p>
            <a:r>
              <a:t>• Criação de Views</a:t>
            </a:r>
          </a:p>
          <a:p>
            <a:r>
              <a:t>• Organização para consultas rápidas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Diferencial Técnico: Sanitização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Problema: caracteres especiais corrompidos (encoding).</a:t>
            </a:r>
          </a:p>
          <a:p/>
          <a:p>
            <a:r>
              <a:t>Solução: desenvolvimento de rotina de sanitização para normalização dos textos, garantindo integridade dos relatórios.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Integração Python +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SQLAlchemy para conexão</a:t>
            </a:r>
          </a:p>
          <a:p>
            <a:r>
              <a:t>• Pandas para tratamento</a:t>
            </a:r>
          </a:p>
          <a:p>
            <a:r>
              <a:t>• Consultas SQL otimizadas</a:t>
            </a:r>
          </a:p>
          <a:p>
            <a:r>
              <a:t>• Atualização dos dados para visualização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Demonstração do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Prints do dashboard com tabela de atendimentos e gráfico de barras.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5" name="Picture 4" descr="Captura de tela 2026-06-24 162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4114800" cy="2373248"/>
          </a:xfrm>
          <a:prstGeom prst="rect">
            <a:avLst/>
          </a:prstGeom>
        </p:spPr>
      </p:pic>
      <p:pic>
        <p:nvPicPr>
          <p:cNvPr id="6" name="Picture 5" descr="Captura de tela 2026-06-24 1622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114800" cy="18931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/>
            </a:pPr>
            <a:r>
              <a:t>GitHub e 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Código-fonte organizado e versionado no GitHub.</a:t>
            </a:r>
          </a:p>
          <a:p/>
          <a:p>
            <a:r>
              <a:t>Pipeline completo: Extração → Banco de Dados → Tratamento → Dashboard.</a:t>
            </a:r>
          </a:p>
          <a:p/>
          <a:p>
            <a:r>
              <a:t>Impacto: apoio à análise de dados da saúde pública do DF.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